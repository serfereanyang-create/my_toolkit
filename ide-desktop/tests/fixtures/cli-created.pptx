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6858000"/>
  <p:notesSz cx="6858000" cy="9144000"/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标题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sz="4400" b="1">
                <a:solidFill>
                  <a:srgbClr val="000000"/>
                </a:solidFill>
              </a:rPr>
              <a:t>2024 Q1 业务汇报</a:t>
            </a:r>
          </a:p>
        </p:txBody>
      </p:sp>
      <p:sp>
        <p:nvSpPr>
          <p:cNvPr id="2" name="副标题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sz="2000">
                <a:solidFill>
                  <a:srgbClr val="666666"/>
                </a:solidFill>
              </a:rPr>
              <a:t>技术部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200" b="1">
                <a:solidFill>
                  <a:srgbClr val="000000"/>
                </a:solidFill>
              </a:rPr>
              <a:t>核心指标</a:t>
            </a:r>
          </a:p>
        </p:txBody>
      </p:sp>
      <p:sp>
        <p:nvSpPr>
          <p:cNvPr id="22" name="内容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z="2000">
                <a:solidFill>
                  <a:srgbClr val="000000"/>
                </a:solidFill>
              </a:rPr>
              <a:t>增长 20%</a:t>
            </a:r>
          </a:p>
        </p:txBody>
      </p:sp>
    </p:spTree>
  </p:cSld>
  <p:clrMapOvr>
    <a:masterClrMapping/>
  </p:clrMapOvr>
</p:sld>
</file>