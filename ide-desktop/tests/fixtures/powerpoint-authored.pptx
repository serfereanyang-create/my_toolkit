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churn work shipped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</a:t>
            </a:r>
          </a:p>
          <a:p>
            <a:r>
              <a:t>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15%</a:t>
            </a:r>
          </a:p>
          <a:p>
            <a:pPr lvl="1"/>
            <a:r>
              <a:t>Churn down</a:t>
            </a:r>
          </a:p>
          <a:p>
            <a:pPr lvl="1"/>
            <a:r>
              <a:t>NPS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Split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华东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1.2M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华南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